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automatizaciones para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educativos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371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37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Liher Ríos Ruiz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CFGS Administración de Sistemas Informáticos en 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Salesianos Los Boscos — Curso 2024/2025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005840" cy="292608"/>
          </a:xfrm>
          <a:prstGeom prst="rect">
            <a:avLst>
              <a:gd name="adj" fmla="val 15625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720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4572000"/>
            <a:ext cx="640080" cy="292608"/>
          </a:xfrm>
          <a:prstGeom prst="rect">
            <a:avLst>
              <a:gd name="adj" fmla="val 15625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874520" y="45720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4572000"/>
            <a:ext cx="914400" cy="292608"/>
          </a:xfrm>
          <a:prstGeom prst="rect">
            <a:avLst>
              <a:gd name="adj" fmla="val 15625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45720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profesores dedican horas a tareas mecánicas que se repiten cada día, cada semana, cada 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37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comunicaciones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1737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 familias, boletines, avisos...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1460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lista y registrar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2514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Asistencia, incidencias, préstamos...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291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datos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32918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trimestrales, informes de asistencia...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06908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069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recursos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40690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guardias, sustituciones...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que se podría dedicar a los alumnos.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694944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371600"/>
            <a:ext cx="54864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37160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"Solo tienes que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pensar una vez"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tarea se puede describir como una serie de pasos,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automatizar. Y una vez automatizada, queda resuelta para siempre.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14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514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portátil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entorno en cualquier equipo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 → portabilidad USB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097280"/>
            <a:ext cx="2514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097280"/>
            <a:ext cx="2514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3320" y="1783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automatización visual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con bloques conectables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integrado para datos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514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2514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325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1783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1 click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Autoinstalación de Docker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 y macOS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880360" y="4389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+ offline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29200" y="4389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39319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4389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workflows en 8 categorías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01752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Email, Forms, boletín, entregas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académica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Reuniones, asistencia, notas, informe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Calculadora notas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 equipos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Préstamos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Convivencia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Cumpleaños alumnos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Incidencias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Absentismo acumulado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/ Personal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Solicitud material, guardias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 satisfacción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Herramientas / 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Contraseñas, sorteo, diario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automático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572000"/>
            <a:ext cx="18288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Internet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017520" y="4572000"/>
            <a:ext cx="18288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3291840" y="4572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Internet (SQLite)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n8n?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371600"/>
                <a:gridCol w="137160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Automate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 USB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20$/mes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Desde 9$/mes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M365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Nodo de código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 +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es la única plataforma que cumple todos los requisitos del proyecto: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gratuita, portable en USB y capaz de funcionar sin Internet.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directo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masivo a familias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online — Lee Google Sheets, filtra, personaliza y envía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508760"/>
            <a:ext cx="109728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680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7744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774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notas offline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offline — WiFi desconectado, datos en SQLite interno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697480"/>
            <a:ext cx="10972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566160"/>
            <a:ext cx="7680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56616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566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asistencia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HTTP — Registro + notificación automática a familias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0" y="3886200"/>
            <a:ext cx="109728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3886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Cambiar a n8n en el navegador →  localhost:5678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14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097280"/>
            <a:ext cx="2514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2044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514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2344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2514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(Win/Linux/Mac)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2834640"/>
            <a:ext cx="2514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2044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520440" y="3657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bibliográficas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2514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2971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auto-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objetivos del anteproyecto cumplidos + mejoras adicionales (offline, catálogo, comparativa)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Ampliaciones futuras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80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contenido con 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exámenes tipo test, resúmenes y ejercicios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 usando APIs de modelos de lenguaje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680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7744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Classroom / Moodle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 notas y tareas con las plataformas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ya usan los centros educativos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768096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66160"/>
            <a:ext cx="54864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657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la nube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069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centros que prefieran acceso remoto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USB — misma infraestructura Docker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914400"/>
            <a:ext cx="64008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914400"/>
            <a:ext cx="54864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9144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"Solo tienes que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pensar una vez"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automatización resuelve un problema real.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configurada, funciona sola.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40233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Automatizaciones para entornos educativos</dc:title>
  <dc:subject>PptxGenJS Presentation</dc:subject>
  <dc:creator>Liher Ríos Ruiz</dc:creator>
  <cp:lastModifiedBy>Liher Ríos Ruiz</cp:lastModifiedBy>
  <cp:revision>1</cp:revision>
  <dcterms:created xsi:type="dcterms:W3CDTF">2026-03-30T12:12:29Z</dcterms:created>
  <dcterms:modified xsi:type="dcterms:W3CDTF">2026-03-30T12:12:29Z</dcterms:modified>
</cp:coreProperties>
</file>